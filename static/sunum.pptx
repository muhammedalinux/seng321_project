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Fotosentez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Bitkilerin ışık enerjisini kimyasal enerjiye dönüştürdüğü süreçtir.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Temel Denklem ve Klorofilin Rolü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Denklem: 6CO₂ + 6H₂O + Işık → C₆H₁₂O₆ + 6O₂</a:t>
            </a:r>
          </a:p>
          <a:p>
            <a:pPr/>
            <a:r>
              <a:t>Klorofil: Işığı soğurarak enerji dönüşümünü başlatır.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Fotosentezin Aşamaları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Işık Reaksiyonları: Güneş ışığı kullanılarak ATP ve NADPH üretilir.</a:t>
            </a:r>
          </a:p>
          <a:p>
            <a:pPr/>
            <a:r>
              <a:t>Karanlık Reaksiyonlar (Calvin Döngüsü): Karbondioksit, glikoza dönüştürülür.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Fotosentezin Önemi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Atmosferdeki oksijenin temel kaynağıdır.</a:t>
            </a:r>
          </a:p>
          <a:p>
            <a:pPr/>
            <a:r>
              <a:t>Besin zincirinin temelini oluşturur.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